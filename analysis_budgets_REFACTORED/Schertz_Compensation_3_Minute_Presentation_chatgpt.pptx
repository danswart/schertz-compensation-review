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Compensation Sustainability Warning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How fast is total compensation growing?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FY25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General-Fund-Type Compensation: ~$35M</a:t>
            </a:r>
          </a:p>
          <a:p>
            <a:r>
              <a:t>Benefits ≈ 39% of earnings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FY26 Annualized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Midyear cost: $784k</a:t>
            </a:r>
          </a:p>
          <a:p>
            <a:r>
              <a:t>Annualized fully loaded: ~$2.18M per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Doubling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4% → 18 yrs</a:t>
            </a:r>
          </a:p>
          <a:p>
            <a:r>
              <a:t>5% → 14 yrs</a:t>
            </a:r>
          </a:p>
          <a:p>
            <a:r>
              <a:t>6% → 12 yrs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Long-term commitments must match long-term reliable revenue.</a:t>
            </a:r>
          </a:p>
          <a:p>
            <a:r>
              <a:t>Otherwise, tax increases become inevitable.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